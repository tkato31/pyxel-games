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914400"/>
            <a:ext cx="4754880" cy="4754880"/>
          </a:xfrm>
          <a:prstGeom prst="ellipse">
            <a:avLst/>
          </a:prstGeom>
          <a:solidFill>
            <a:srgbClr val="2C3E50"/>
          </a:solidFill>
          <a:ln w="38100">
            <a:solidFill>
              <a:srgbClr val="E67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2011680"/>
            <a:ext cx="2926080" cy="2926080"/>
          </a:xfrm>
          <a:prstGeom prst="ellipse">
            <a:avLst/>
          </a:prstGeom>
          <a:solidFill>
            <a:srgbClr val="28374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200400"/>
            <a:ext cx="1463040" cy="1463040"/>
          </a:xfrm>
          <a:prstGeom prst="ellipse">
            <a:avLst/>
          </a:prstGeom>
          <a:solidFill>
            <a:srgbClr val="1C2833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COGS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足りない歯車を、埋めてください。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ゲーム企画書  |  Python / Pyxel  |  パズルゲーム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コンセプト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31920" cy="2606040"/>
          </a:xfrm>
          <a:prstGeom prst="roundRect">
            <a:avLst>
              <a:gd name="adj" fmla="val 3509"/>
            </a:avLst>
          </a:prstGeom>
          <a:solidFill>
            <a:srgbClr val="283747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表の顔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F0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パズルゲーム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084832"/>
            <a:ext cx="3200400" cy="0"/>
          </a:xfrm>
          <a:prstGeom prst="line">
            <a:avLst/>
          </a:prstGeom>
          <a:noFill/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76272"/>
            <a:ext cx="3566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歯車の空きを正しく埋める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噛み合わせを完成させる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シンプルで直感的な操作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リアルタイムで変化するパズル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60520" y="20116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931920" cy="2606040"/>
          </a:xfrm>
          <a:prstGeom prst="roundRect">
            <a:avLst>
              <a:gd name="adj" fmla="val 3509"/>
            </a:avLst>
          </a:prstGeom>
          <a:solidFill>
            <a:srgbClr val="283747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裏の顔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社会風刺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212080" y="2084832"/>
            <a:ext cx="3200400" cy="0"/>
          </a:xfrm>
          <a:prstGeom prst="line">
            <a:avLst/>
          </a:prstGeom>
          <a:noFill/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176272"/>
            <a:ext cx="3566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会社員 ＝ 歯車のメタファー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プレイヤーが「自分で気づく」設計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押しつけない、でも確かに伝わる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笑いの種類はプレイヤーに委ねる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「使い古された言い回し」が、ゲームになる瞬間。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コアメカニクス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283747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88720" y="1115568"/>
            <a:ext cx="914400" cy="914400"/>
          </a:xfrm>
          <a:prstGeom prst="ellipse">
            <a:avLst/>
          </a:prstGeom>
          <a:solidFill>
            <a:srgbClr val="1C2833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1887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噛み合わせパズル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2194560" cy="0"/>
          </a:xfrm>
          <a:prstGeom prst="line">
            <a:avLst/>
          </a:prstGeom>
          <a:noFill/>
          <a:ln w="127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276148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歯数が違う歯車から正しいものを選択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回転方向・速度比が判定に影響する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1ステージ完結の静的パズル形式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64992" y="10058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283747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33672" y="1115568"/>
            <a:ext cx="914400" cy="914400"/>
          </a:xfrm>
          <a:prstGeom prst="ellipse">
            <a:avLst/>
          </a:prstGeom>
          <a:solidFill>
            <a:srgbClr val="1C2833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33672" y="11887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56432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リアルタイム変化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93592" y="2670048"/>
            <a:ext cx="2194560" cy="0"/>
          </a:xfrm>
          <a:prstGeom prst="line">
            <a:avLst/>
          </a:prstGeom>
          <a:noFill/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83864" y="276148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機械が動く中でランダムに空きが発生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プレイヤーは「埋め続ける」存在になる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放置すると機械全体が停止する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9944" y="100584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283747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78624" y="1115568"/>
            <a:ext cx="914400" cy="914400"/>
          </a:xfrm>
          <a:prstGeom prst="ellipse">
            <a:avLst/>
          </a:prstGeom>
          <a:solidFill>
            <a:srgbClr val="1C2833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8624" y="118872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01384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立場の変化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38544" y="2670048"/>
            <a:ext cx="2194560" cy="0"/>
          </a:xfrm>
          <a:prstGeom prst="line">
            <a:avLst/>
          </a:prstGeom>
          <a:noFill/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28816" y="276148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序盤：機械の外から修理する人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中盤：いつの間か機械の内側にいる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終盤：自分の席に別の誰かが来る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「気づき」の設計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778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プレイヤーが自分で気づく ── 押しつけない風刺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0120" y="1417320"/>
            <a:ext cx="1463040" cy="1463040"/>
          </a:xfrm>
          <a:prstGeom prst="ellipse">
            <a:avLst/>
          </a:prstGeom>
          <a:solidFill>
            <a:srgbClr val="283747"/>
          </a:solidFill>
          <a:ln w="38100">
            <a:solidFill>
              <a:srgbClr val="BDC3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5087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序盤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89280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機械を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修理する人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0592" y="2148840"/>
            <a:ext cx="914400" cy="0"/>
          </a:xfrm>
          <a:prstGeom prst="line">
            <a:avLst/>
          </a:prstGeom>
          <a:noFill/>
          <a:ln w="25400">
            <a:solidFill>
              <a:srgbClr val="95A5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06324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283747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3154680"/>
            <a:ext cx="20848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「空きを埋めてください」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シンプルな作業感。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自分は機械の外側にいる。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0" y="1417320"/>
            <a:ext cx="1463040" cy="1463040"/>
          </a:xfrm>
          <a:prstGeom prst="ellipse">
            <a:avLst/>
          </a:prstGeom>
          <a:solidFill>
            <a:srgbClr val="283747"/>
          </a:solidFill>
          <a:ln w="381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5087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189280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機械の中に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いる人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30952" y="2148840"/>
            <a:ext cx="914400" cy="0"/>
          </a:xfrm>
          <a:prstGeom prst="line">
            <a:avLst/>
          </a:prstGeom>
          <a:noFill/>
          <a:ln w="25400">
            <a:solidFill>
              <a:srgbClr val="95A5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306324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283747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93592" y="3154680"/>
            <a:ext cx="20848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いつの間にか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自分のポジションが固定。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外には出られない感覚。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20840" y="1417320"/>
            <a:ext cx="1463040" cy="1463040"/>
          </a:xfrm>
          <a:prstGeom prst="ellipse">
            <a:avLst/>
          </a:prstGeom>
          <a:solidFill>
            <a:srgbClr val="283747"/>
          </a:solidFill>
          <a:ln w="381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5087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189280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代替が来る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55080" y="3063240"/>
            <a:ext cx="2331720" cy="1691640"/>
          </a:xfrm>
          <a:prstGeom prst="roundRect">
            <a:avLst>
              <a:gd name="adj" fmla="val 4324"/>
            </a:avLst>
          </a:prstGeom>
          <a:solidFill>
            <a:srgbClr val="283747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73952" y="3154680"/>
            <a:ext cx="20848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自分の歯車の空きに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別の誰かが埋めにくる。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 気づきの瞬間。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気づいた後の感情はプレイヤーに委ねる ── 哀愁でも、ブラックでも、「あ～おもしろい」でも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ビジュアル  ＆  サウンド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31920" cy="3063240"/>
          </a:xfrm>
          <a:prstGeom prst="roundRect">
            <a:avLst>
              <a:gd name="adj" fmla="val 2985"/>
            </a:avLst>
          </a:prstGeom>
          <a:solidFill>
            <a:srgbClr val="283747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ビジュアル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627632"/>
            <a:ext cx="3200400" cy="0"/>
          </a:xfrm>
          <a:prstGeom prst="line">
            <a:avLst/>
          </a:prstGeom>
          <a:noFill/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719072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Pyxel 16色レトロドット絵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歯車は無機質・真面目なデザイン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噛み合った瞬間だけ「生き生き」と動く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カラー：暗色（0:黒 1:紺 5:紺青）ベース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アクセント：8:赤 または 9:橙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後半：BGMにオフィス環境音が混入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931920" cy="3063240"/>
          </a:xfrm>
          <a:prstGeom prst="roundRect">
            <a:avLst>
              <a:gd name="adj" fmla="val 2985"/>
            </a:avLst>
          </a:prstGeom>
          <a:solidFill>
            <a:srgbClr val="283747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サウンド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12080" y="1627632"/>
            <a:ext cx="3200400" cy="0"/>
          </a:xfrm>
          <a:prstGeom prst="line">
            <a:avLst/>
          </a:prstGeom>
          <a:noFill/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719072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BGM（ch0〜2）：規則的な機械音ループ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SE（ch3）：歯車がはまる「カチッ」音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ミス時：「ガコン」とずれる不快音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クリア：機械全体がゆっくり回り出す音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終盤BGMに「溜め息」SEが混入する演出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プロトタイプ仕様（MVP）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778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「まず動くものを作る」 ── シンプルに、確実に完成させる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3931920" cy="2971800"/>
          </a:xfrm>
          <a:prstGeom prst="roundRect">
            <a:avLst>
              <a:gd name="adj" fmla="val 3077"/>
            </a:avLst>
          </a:prstGeom>
          <a:solidFill>
            <a:srgbClr val="283747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08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 ─  必須実装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993392"/>
            <a:ext cx="3200400" cy="0"/>
          </a:xfrm>
          <a:prstGeom prst="line">
            <a:avLst/>
          </a:prstGeom>
          <a:noFill/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84832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歯車の描画と回転アニメーション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歯の数による噛み合い判定ロジック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手持ち歯車から選んで配置する操作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全噛み合い成功でクリア演出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3〜5ステージ（段階的に難易度上昇）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931920" cy="2971800"/>
          </a:xfrm>
          <a:prstGeom prst="roundRect">
            <a:avLst>
              <a:gd name="adj" fmla="val 3077"/>
            </a:avLst>
          </a:prstGeom>
          <a:solidFill>
            <a:srgbClr val="283747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5087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5A5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 ─  次フェーズ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12080" y="1993392"/>
            <a:ext cx="3200400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2084832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リアルタイムで空きが発生するモード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オフィス環境音演出（気づきの誘導）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「立場の逆転」ステージ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スコア・タイムアタック機能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エンディング（感情の着地点）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2011680"/>
            <a:ext cx="3840480" cy="3840480"/>
          </a:xfrm>
          <a:prstGeom prst="ellipse">
            <a:avLst/>
          </a:prstGeom>
          <a:solidFill>
            <a:srgbClr val="2C3E50"/>
          </a:solidFill>
          <a:ln w="38100">
            <a:solidFill>
              <a:srgbClr val="E67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457200"/>
            <a:ext cx="2377440" cy="2377440"/>
          </a:xfrm>
          <a:prstGeom prst="ellipse">
            <a:avLst/>
          </a:prstGeom>
          <a:solidFill>
            <a:srgbClr val="283747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3383280"/>
            <a:ext cx="1371600" cy="1371600"/>
          </a:xfrm>
          <a:prstGeom prst="ellipse">
            <a:avLst/>
          </a:prstGeom>
          <a:solidFill>
            <a:srgbClr val="1C2833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このゲームが伝えること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表では  </a:t>
            </a:r>
            <a:pPr algn="l" indent="0" marL="0">
              <a:buNone/>
            </a:pPr>
            <a:r>
              <a:rPr lang="en-US" sz="1800" b="1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「歯車パズルを楽しむゲーム」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裏では  </a:t>
            </a:r>
            <a:pPr algn="l" indent="0" marL="0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「自分も歯車だと気づくゲーム」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5760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気づいた後の気持ちは問わない。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哀愁でも、ユーモアでも、ブラックでも。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ただ ── 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「あ～おもしろいな」</a:t>
            </a:r>
            <a:pPr algn="l" indent="0" marL="0">
              <a:buNone/>
            </a:pPr>
            <a:r>
              <a:rPr lang="en-US" sz="16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と感じてほしい。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Python / Pyxel  |  Genre: Puzzle (Prototype)  |  1 Player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COGS ゲーム企画書</dc:title>
  <dc:subject>PptxGenJS Presentation</dc:subject>
  <dc:creator>tomo</dc:creator>
  <cp:lastModifiedBy>tomo</cp:lastModifiedBy>
  <cp:revision>1</cp:revision>
  <dcterms:created xsi:type="dcterms:W3CDTF">2026-06-27T01:21:37Z</dcterms:created>
  <dcterms:modified xsi:type="dcterms:W3CDTF">2026-06-27T01:21:37Z</dcterms:modified>
</cp:coreProperties>
</file>